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40" r:id="rId1"/>
  </p:sldMasterIdLst>
  <p:sldIdLst>
    <p:sldId id="256" r:id="rId2"/>
    <p:sldId id="259" r:id="rId3"/>
    <p:sldId id="257" r:id="rId4"/>
    <p:sldId id="258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B21E99D-DB01-414B-8577-CD03320CB0FA}" v="1" dt="2025-10-14T06:07:31.09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5" autoAdjust="0"/>
    <p:restoredTop sz="94660"/>
  </p:normalViewPr>
  <p:slideViewPr>
    <p:cSldViewPr snapToGrid="0">
      <p:cViewPr varScale="1">
        <p:scale>
          <a:sx n="125" d="100"/>
          <a:sy n="125" d="100"/>
        </p:scale>
        <p:origin x="672" y="2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zemyslaw Starosta" userId="45f988447864b3e6" providerId="LiveId" clId="{FB911C86-F121-4A52-B56D-171DDFA4D4F1}"/>
    <pc:docChg chg="addSld delSld modSld">
      <pc:chgData name="Przemyslaw Starosta" userId="45f988447864b3e6" providerId="LiveId" clId="{FB911C86-F121-4A52-B56D-171DDFA4D4F1}" dt="2018-01-30T17:57:31.465" v="3" actId="2696"/>
      <pc:docMkLst>
        <pc:docMk/>
      </pc:docMkLst>
      <pc:sldChg chg="del">
        <pc:chgData name="Przemyslaw Starosta" userId="45f988447864b3e6" providerId="LiveId" clId="{FB911C86-F121-4A52-B56D-171DDFA4D4F1}" dt="2018-01-30T17:57:31.465" v="3" actId="2696"/>
        <pc:sldMkLst>
          <pc:docMk/>
          <pc:sldMk cId="4164815751" sldId="263"/>
        </pc:sldMkLst>
      </pc:sldChg>
      <pc:sldChg chg="add">
        <pc:chgData name="Przemyslaw Starosta" userId="45f988447864b3e6" providerId="LiveId" clId="{FB911C86-F121-4A52-B56D-171DDFA4D4F1}" dt="2018-01-30T17:56:33.877" v="0"/>
        <pc:sldMkLst>
          <pc:docMk/>
          <pc:sldMk cId="1847188678" sldId="264"/>
        </pc:sldMkLst>
      </pc:sldChg>
      <pc:sldChg chg="add del">
        <pc:chgData name="Przemyslaw Starosta" userId="45f988447864b3e6" providerId="LiveId" clId="{FB911C86-F121-4A52-B56D-171DDFA4D4F1}" dt="2018-01-30T17:57:30.722" v="2" actId="2696"/>
        <pc:sldMkLst>
          <pc:docMk/>
          <pc:sldMk cId="1548031171" sldId="265"/>
        </pc:sldMkLst>
      </pc:sldChg>
    </pc:docChg>
  </pc:docChgLst>
  <pc:docChgLst>
    <pc:chgData name="Przemyslaw Starosta" userId="45f988447864b3e6" providerId="LiveId" clId="{F03EAEFD-908B-4458-9CFE-E641CAF539F5}"/>
    <pc:docChg chg="custSel modSld">
      <pc:chgData name="Przemyslaw Starosta" userId="45f988447864b3e6" providerId="LiveId" clId="{F03EAEFD-908B-4458-9CFE-E641CAF539F5}" dt="2025-10-14T06:07:33.943" v="2" actId="478"/>
      <pc:docMkLst>
        <pc:docMk/>
      </pc:docMkLst>
      <pc:sldChg chg="addSp delSp modSp mod">
        <pc:chgData name="Przemyslaw Starosta" userId="45f988447864b3e6" providerId="LiveId" clId="{F03EAEFD-908B-4458-9CFE-E641CAF539F5}" dt="2025-10-14T06:07:33.943" v="2" actId="478"/>
        <pc:sldMkLst>
          <pc:docMk/>
          <pc:sldMk cId="1361750944" sldId="261"/>
        </pc:sldMkLst>
        <pc:picChg chg="add del mod">
          <ac:chgData name="Przemyslaw Starosta" userId="45f988447864b3e6" providerId="LiveId" clId="{F03EAEFD-908B-4458-9CFE-E641CAF539F5}" dt="2025-10-14T06:07:33.943" v="2" actId="478"/>
          <ac:picMkLst>
            <pc:docMk/>
            <pc:sldMk cId="1361750944" sldId="261"/>
            <ac:picMk id="2" creationId="{B82AEBF8-AF4A-D3CD-66AC-9A4767B81D0B}"/>
          </ac:picMkLst>
        </pc:picChg>
      </pc:sldChg>
    </pc:docChg>
  </pc:docChgLst>
  <pc:docChgLst>
    <pc:chgData name="Przemyslaw Starosta" userId="45f988447864b3e6" providerId="LiveId" clId="{7D1C3D12-1CC2-4E03-9513-E59E4179D3BD}"/>
    <pc:docChg chg="delSld modSld sldOrd">
      <pc:chgData name="Przemyslaw Starosta" userId="45f988447864b3e6" providerId="LiveId" clId="{7D1C3D12-1CC2-4E03-9513-E59E4179D3BD}" dt="2021-02-22T10:15:30.469" v="2" actId="47"/>
      <pc:docMkLst>
        <pc:docMk/>
      </pc:docMkLst>
      <pc:sldChg chg="ord">
        <pc:chgData name="Przemyslaw Starosta" userId="45f988447864b3e6" providerId="LiveId" clId="{7D1C3D12-1CC2-4E03-9513-E59E4179D3BD}" dt="2021-02-15T13:39:32.039" v="1"/>
        <pc:sldMkLst>
          <pc:docMk/>
          <pc:sldMk cId="1361750944" sldId="261"/>
        </pc:sldMkLst>
      </pc:sldChg>
      <pc:sldChg chg="del">
        <pc:chgData name="Przemyslaw Starosta" userId="45f988447864b3e6" providerId="LiveId" clId="{7D1C3D12-1CC2-4E03-9513-E59E4179D3BD}" dt="2021-02-22T10:15:30.469" v="2" actId="47"/>
        <pc:sldMkLst>
          <pc:docMk/>
          <pc:sldMk cId="1847188678" sldId="264"/>
        </pc:sldMkLst>
      </pc:sldChg>
    </pc:docChg>
  </pc:docChgLst>
  <pc:docChgLst>
    <pc:chgData name="Przemyslaw Starosta" userId="45f988447864b3e6" providerId="LiveId" clId="{B27E1894-FF25-458E-94BD-AEB54C3411D3}"/>
    <pc:docChg chg="modSld">
      <pc:chgData name="Przemyslaw Starosta" userId="45f988447864b3e6" providerId="LiveId" clId="{B27E1894-FF25-458E-94BD-AEB54C3411D3}" dt="2025-04-08T08:54:46.818" v="0" actId="1076"/>
      <pc:docMkLst>
        <pc:docMk/>
      </pc:docMkLst>
      <pc:sldChg chg="modSp mod">
        <pc:chgData name="Przemyslaw Starosta" userId="45f988447864b3e6" providerId="LiveId" clId="{B27E1894-FF25-458E-94BD-AEB54C3411D3}" dt="2025-04-08T08:54:46.818" v="0" actId="1076"/>
        <pc:sldMkLst>
          <pc:docMk/>
          <pc:sldMk cId="3469103486" sldId="256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l-PL"/>
              <a:t>Kliknij, aby edytować styl wzorca podtytułu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10/14/2025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10/14/2025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10/14/2025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10/14/2025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10/14/2025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10/14/2025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10/14/2025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10/14/2025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l-PL"/>
              <a:t>Kliknij ikonę, aby dodać obraz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10/14/2025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braz panoramiczny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l-PL"/>
              <a:t>Kliknij ikonę, aby dodać obraz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ytuł i po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ferta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arta naz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kolum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kolumna obraz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l-PL"/>
              <a:t>Kliknij ikonę, aby dodać obraz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l-PL"/>
              <a:t>Kliknij ikonę, aby dodać obraz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l-PL"/>
              <a:t>Kliknij ikonę, aby dodać obraz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10/14/2025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10/14/2025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8E36636D-D922-432D-A958-524484B5923D}" type="datetimeFigureOut">
              <a:rPr lang="en-US" dirty="0"/>
              <a:pPr/>
              <a:t>10/14/2025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2" r:id="rId10"/>
    <p:sldLayoutId id="2147483853" r:id="rId11"/>
    <p:sldLayoutId id="2147483854" r:id="rId12"/>
    <p:sldLayoutId id="2147483855" r:id="rId13"/>
    <p:sldLayoutId id="2147483858" r:id="rId14"/>
    <p:sldLayoutId id="2147483859" r:id="rId15"/>
    <p:sldLayoutId id="2147483850" r:id="rId16"/>
    <p:sldLayoutId id="2147483851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ctrTitle"/>
          </p:nvPr>
        </p:nvSpPr>
        <p:spPr>
          <a:xfrm>
            <a:off x="1375983" y="1769540"/>
            <a:ext cx="9440034" cy="1828801"/>
          </a:xfrm>
        </p:spPr>
        <p:txBody>
          <a:bodyPr/>
          <a:lstStyle/>
          <a:p>
            <a:r>
              <a:rPr lang="pl-PL" dirty="0"/>
              <a:t>Normalizacja baz danych</a:t>
            </a:r>
          </a:p>
        </p:txBody>
      </p:sp>
    </p:spTree>
    <p:extLst>
      <p:ext uri="{BB962C8B-B14F-4D97-AF65-F5344CB8AC3E}">
        <p14:creationId xmlns:p14="http://schemas.microsoft.com/office/powerpoint/2010/main" val="34691034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Słów kilka teorii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b="1" dirty="0">
                <a:effectLst/>
              </a:rPr>
              <a:t>Normalizacja to bezstratny proces organizowania danych w tabelach mający na celu zmniejszenie ilości danych składowanych w bazie oraz wyeliminowanie potencjalnych anomalii</a:t>
            </a:r>
            <a:r>
              <a:rPr lang="pl-PL" dirty="0">
                <a:effectLst/>
              </a:rPr>
              <a:t> </a:t>
            </a:r>
          </a:p>
          <a:p>
            <a:r>
              <a:rPr lang="pl-PL" dirty="0"/>
              <a:t>Anomalie:</a:t>
            </a:r>
          </a:p>
          <a:p>
            <a:pPr lvl="1"/>
            <a:r>
              <a:rPr lang="pl-PL" dirty="0"/>
              <a:t>Redundancja – powtarzanie się danych (zajętość miejsca)</a:t>
            </a:r>
          </a:p>
          <a:p>
            <a:pPr lvl="1"/>
            <a:r>
              <a:rPr lang="pl-PL" dirty="0"/>
              <a:t>Trudności w wyszukiwaniu poprzez nieskalarne dane w komórkach</a:t>
            </a:r>
          </a:p>
          <a:p>
            <a:pPr lvl="1"/>
            <a:r>
              <a:rPr lang="pl-PL" dirty="0"/>
              <a:t>Zwiększona możliwość nie synchronizacji danych przy dodawaniu i aktualizacji</a:t>
            </a:r>
          </a:p>
        </p:txBody>
      </p:sp>
    </p:spTree>
    <p:extLst>
      <p:ext uri="{BB962C8B-B14F-4D97-AF65-F5344CB8AC3E}">
        <p14:creationId xmlns:p14="http://schemas.microsoft.com/office/powerpoint/2010/main" val="40181925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Postać nieznormalizowana</a:t>
            </a:r>
          </a:p>
        </p:txBody>
      </p:sp>
      <p:pic>
        <p:nvPicPr>
          <p:cNvPr id="4" name="Obraz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995" y="2370667"/>
            <a:ext cx="11263054" cy="2065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31262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Pierwsza postać normalna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Wiersz przechowuje informacje o pojedynczym obiekcie, nie zawiera kolekcji, posiada klucz główny i dane są ATOMOWE</a:t>
            </a:r>
          </a:p>
        </p:txBody>
      </p:sp>
      <p:pic>
        <p:nvPicPr>
          <p:cNvPr id="4" name="Obraz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981" y="2823157"/>
            <a:ext cx="11419415" cy="1901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68871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Druga postać normalna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Tabela powinna przechowywać dane dotyczące tylko konkretnej klasy obiektów</a:t>
            </a:r>
          </a:p>
        </p:txBody>
      </p:sp>
      <p:pic>
        <p:nvPicPr>
          <p:cNvPr id="4" name="Obraz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090" y="2511583"/>
            <a:ext cx="9601623" cy="1620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88400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az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6546" y="4800801"/>
            <a:ext cx="3749365" cy="1600339"/>
          </a:xfrm>
          <a:prstGeom prst="rect">
            <a:avLst/>
          </a:prstGeom>
        </p:spPr>
      </p:pic>
      <p:pic>
        <p:nvPicPr>
          <p:cNvPr id="5" name="Obraz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0731" y="4770319"/>
            <a:ext cx="3345470" cy="1630821"/>
          </a:xfrm>
          <a:prstGeom prst="rect">
            <a:avLst/>
          </a:prstGeom>
        </p:spPr>
      </p:pic>
      <p:pic>
        <p:nvPicPr>
          <p:cNvPr id="6" name="Obraz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8865" y="3181487"/>
            <a:ext cx="5250635" cy="1409822"/>
          </a:xfrm>
          <a:prstGeom prst="rect">
            <a:avLst/>
          </a:prstGeom>
        </p:spPr>
      </p:pic>
      <p:pic>
        <p:nvPicPr>
          <p:cNvPr id="7" name="Obraz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0290" y="361049"/>
            <a:ext cx="9601623" cy="1620150"/>
          </a:xfrm>
          <a:prstGeom prst="rect">
            <a:avLst/>
          </a:prstGeom>
        </p:spPr>
      </p:pic>
      <p:sp>
        <p:nvSpPr>
          <p:cNvPr id="8" name="Strzałka w dół 7"/>
          <p:cNvSpPr/>
          <p:nvPr/>
        </p:nvSpPr>
        <p:spPr>
          <a:xfrm>
            <a:off x="5029200" y="2091267"/>
            <a:ext cx="801901" cy="95673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3617509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Trzecia postać normalna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Kolumna informacyjna nie należąca do klucza nie zależy też od innej kolumny informacyjnej – przechowujemy tylko konieczne dane.</a:t>
            </a:r>
          </a:p>
        </p:txBody>
      </p:sp>
      <p:pic>
        <p:nvPicPr>
          <p:cNvPr id="4" name="Obraz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6320" y="3210492"/>
            <a:ext cx="5174428" cy="1554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991652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emny błękit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TM04033929[[fn=Ciemny błękit]]</Template>
  <TotalTime>36</TotalTime>
  <Words>112</Words>
  <Application>Microsoft Office PowerPoint</Application>
  <PresentationFormat>Panoramiczny</PresentationFormat>
  <Paragraphs>14</Paragraphs>
  <Slides>7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2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7</vt:i4>
      </vt:variant>
    </vt:vector>
  </HeadingPairs>
  <TitlesOfParts>
    <vt:vector size="10" baseType="lpstr">
      <vt:lpstr>Calisto MT</vt:lpstr>
      <vt:lpstr>Wingdings 2</vt:lpstr>
      <vt:lpstr>Ciemny błękit</vt:lpstr>
      <vt:lpstr>Normalizacja baz danych</vt:lpstr>
      <vt:lpstr>Słów kilka teorii</vt:lpstr>
      <vt:lpstr>Postać nieznormalizowana</vt:lpstr>
      <vt:lpstr>Pierwsza postać normalna</vt:lpstr>
      <vt:lpstr>Druga postać normalna</vt:lpstr>
      <vt:lpstr>Prezentacja programu PowerPoint</vt:lpstr>
      <vt:lpstr>Trzecia postać normalna</vt:lpstr>
    </vt:vector>
  </TitlesOfParts>
  <Company>Windows User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Normalizacja baz danych</dc:title>
  <dc:creator>Przemysław Starosta</dc:creator>
  <cp:lastModifiedBy>Przemyslaw Starosta</cp:lastModifiedBy>
  <cp:revision>2</cp:revision>
  <dcterms:created xsi:type="dcterms:W3CDTF">2017-01-18T13:16:35Z</dcterms:created>
  <dcterms:modified xsi:type="dcterms:W3CDTF">2025-10-14T06:07:39Z</dcterms:modified>
</cp:coreProperties>
</file>